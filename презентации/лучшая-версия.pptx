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media/media5.wav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Голоса: четыре живых движка. Silero — русский, 5 голосов, до 60 раз быстрее реального времени. Kokoro — английский, 54 голоса, речь почти как у человека. XTTS — клонирование голоса в двух языках. Piper — надёжный резерв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Слух и зрение. Речь в текст с таймингами и субтитрами. Лица и предметы на фото и видео, OCR рус+англ. Улучшение фото: апскейл ×4 за 1.3 секунды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и реставрация. 12 операций: шумодав по нейросети, громкость по LUFS, форматы, эффекты. Реставрация видео: дрожание, шум, мутность, чересстрочность. Шумодав тише в 26 раз, речь остаётся целой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Документы и творчество. PDF-мастерская: склейка, пароль, сжатие, картинки, текст. Таблицы: сводка, статистика, графики. Автомонтаж фильма из фото с озвучкой и субтитрами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дальше. Разведка: искать и следить за чем угодно. Презентации: этот файл собран за секунды. Реставрация старых семейных записей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2.wav"/><Relationship Id="rId4" Type="http://schemas.openxmlformats.org/officeDocument/2006/relationships/video" Target="../media/media2.wav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wav"/><Relationship Id="rId3" Type="http://schemas.openxmlformats.org/officeDocument/2006/relationships/video" Target="../media/media3.wav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wav"/><Relationship Id="rId3" Type="http://schemas.openxmlformats.org/officeDocument/2006/relationships/video" Target="../media/media4.wav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wav"/><Relationship Id="rId3" Type="http://schemas.openxmlformats.org/officeDocument/2006/relationships/video" Target="../media/media5.wav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6FC"/>
                </a:solidFill>
                <a:latin typeface="DejaVu Sans"/>
              </a:defRPr>
            </a:pPr>
            <a:r>
              <a:t>Лучшая версия — разговор о способностях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38BDF8"/>
                </a:solidFill>
                <a:latin typeface="DejaVu Sans"/>
              </a:defRPr>
            </a:pPr>
            <a:r>
              <a:t>Что умеет ассистент после пяти этапов апгрейда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собрано автоматически · Лучшая версия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  <a:latin typeface="DejaVu Sans"/>
              </a:defRPr>
            </a:pPr>
            <a:r>
              <a:t>Голоса: четыре живых движка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Silero — русский, 5 голосов, до 60 раз быстрее реального времени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Kokoro — английский, 54 голоса, речь почти как у человека</a:t>
            </a:r>
          </a:p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XTTS — клонирование голоса в двух языках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Piper — надёжный резерв</a:t>
            </a:r>
          </a:p>
        </p:txBody>
      </p:sp>
      <p:pic>
        <p:nvPicPr>
          <p:cNvPr id="6" name="Picture 5" descr=".график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2800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1/5</a:t>
            </a:r>
          </a:p>
        </p:txBody>
      </p:sp>
      <p:pic>
        <p:nvPicPr>
          <p:cNvPr id="8" name=".озвучка-0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  <a:latin typeface="DejaVu Sans"/>
              </a:defRPr>
            </a:pPr>
            <a:r>
              <a:t>Слух и зрение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Речь в текст с таймингами и субтитрами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Лица и предметы на фото и видео, OCR рус+англ</a:t>
            </a:r>
          </a:p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Улучшение фото: апскейл ×4 за 1.3 секунды</a:t>
            </a:r>
          </a:p>
        </p:txBody>
      </p:sp>
      <p:pic>
        <p:nvPicPr>
          <p:cNvPr id="6" name="Picture 5" descr="тест-лиц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4632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2/5</a:t>
            </a:r>
          </a:p>
        </p:txBody>
      </p:sp>
      <p:pic>
        <p:nvPicPr>
          <p:cNvPr id="8" name=".озвучка-02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  <a:latin typeface="DejaVu Sans"/>
              </a:defRPr>
            </a:pPr>
            <a:r>
              <a:t>Звук и реставрация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12 операций: шумодав по нейросети, громкость по LUFS, форматы, эффекты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Реставрация видео: дрожание, шум, мутность, чересстрочность</a:t>
            </a:r>
          </a:p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Шумодав тише в 26 раз, речь остаётся целой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3/5</a:t>
            </a:r>
          </a:p>
        </p:txBody>
      </p:sp>
      <p:pic>
        <p:nvPicPr>
          <p:cNvPr id="7" name=".озвучка-03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  <a:latin typeface="DejaVu Sans"/>
              </a:defRPr>
            </a:pPr>
            <a:r>
              <a:t>Документы и творчество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PDF-мастерская: склейка, пароль, сжатие, картинки, текст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Таблицы: сводка, статистика, графики</a:t>
            </a:r>
          </a:p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Автомонтаж фильма из фото с озвучкой и субтитрами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4/5</a:t>
            </a:r>
          </a:p>
        </p:txBody>
      </p:sp>
      <p:pic>
        <p:nvPicPr>
          <p:cNvPr id="7" name=".озвучка-04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  <a:latin typeface="DejaVu Sans"/>
              </a:defRPr>
            </a:pPr>
            <a:r>
              <a:t>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Разведка: искать и следить за чем угодно</a:t>
            </a:r>
          </a:p>
          <a:p>
            <a:pPr>
              <a:spcAft>
                <a:spcPts val="1200"/>
              </a:spcAft>
              <a:defRPr sz="1900">
                <a:solidFill>
                  <a:srgbClr val="94A3B8"/>
                </a:solidFill>
                <a:latin typeface="DejaVu Sans"/>
              </a:defRPr>
            </a:pPr>
            <a:r>
              <a:t>•  Презентации: этот файл собран за секунды</a:t>
            </a:r>
          </a:p>
          <a:p>
            <a:pPr>
              <a:spcAft>
                <a:spcPts val="1200"/>
              </a:spcAft>
              <a:defRPr sz="1900">
                <a:solidFill>
                  <a:srgbClr val="F0F6FC"/>
                </a:solidFill>
                <a:latin typeface="DejaVu Sans"/>
              </a:defRPr>
            </a:pPr>
            <a:r>
              <a:t>•  Реставрация старых семейных записей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DejaVu Sans"/>
              </a:defRPr>
            </a:pPr>
            <a:r>
              <a:t>5/5</a:t>
            </a:r>
          </a:p>
        </p:txBody>
      </p:sp>
      <p:pic>
        <p:nvPicPr>
          <p:cNvPr id="7" name=".озвучка-05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